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7" r:id="rId6"/>
    <p:sldId id="281" r:id="rId7"/>
    <p:sldId id="282" r:id="rId8"/>
    <p:sldId id="314" r:id="rId9"/>
    <p:sldId id="317" r:id="rId10"/>
    <p:sldId id="323" r:id="rId11"/>
    <p:sldId id="322" r:id="rId12"/>
    <p:sldId id="324" r:id="rId13"/>
    <p:sldId id="325" r:id="rId14"/>
    <p:sldId id="315" r:id="rId15"/>
    <p:sldId id="318" r:id="rId16"/>
    <p:sldId id="319" r:id="rId17"/>
    <p:sldId id="321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331"/>
    <a:srgbClr val="CE1866"/>
    <a:srgbClr val="202C8F"/>
    <a:srgbClr val="FDFBF6"/>
    <a:srgbClr val="AAC4E9"/>
    <a:srgbClr val="F5CDCE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ika Yadav" userId="d78570a1c286e458" providerId="LiveId" clId="{A2F33CF1-3860-445D-ADDB-C5DF3D911A75}"/>
    <pc:docChg chg="delSld">
      <pc:chgData name="Vedika Yadav" userId="d78570a1c286e458" providerId="LiveId" clId="{A2F33CF1-3860-445D-ADDB-C5DF3D911A75}" dt="2025-11-15T11:22:00.652" v="1" actId="2696"/>
      <pc:docMkLst>
        <pc:docMk/>
      </pc:docMkLst>
      <pc:sldChg chg="del">
        <pc:chgData name="Vedika Yadav" userId="d78570a1c286e458" providerId="LiveId" clId="{A2F33CF1-3860-445D-ADDB-C5DF3D911A75}" dt="2025-11-15T11:22:00.652" v="1" actId="2696"/>
        <pc:sldMkLst>
          <pc:docMk/>
          <pc:sldMk cId="1973173046" sldId="297"/>
        </pc:sldMkLst>
      </pc:sldChg>
      <pc:sldChg chg="del">
        <pc:chgData name="Vedika Yadav" userId="d78570a1c286e458" providerId="LiveId" clId="{A2F33CF1-3860-445D-ADDB-C5DF3D911A75}" dt="2025-11-15T11:21:55.445" v="0" actId="2696"/>
        <pc:sldMkLst>
          <pc:docMk/>
          <pc:sldMk cId="3913219759" sldId="3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738037"/>
            <a:ext cx="5715000" cy="3381926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800" dirty="0"/>
              <a:t>STUDENT PERFORMANCE </a:t>
            </a:r>
            <a:br>
              <a:rPr lang="en-US" sz="4800" dirty="0"/>
            </a:br>
            <a:r>
              <a:rPr lang="en-US" sz="4800" dirty="0"/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95CF054-BFBB-EEFB-F033-1498C1FE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4635"/>
            <a:ext cx="7796464" cy="1082655"/>
          </a:xfrm>
        </p:spPr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CE25D0-C294-BF1D-B8A8-841F135AF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605548"/>
            <a:ext cx="3283119" cy="2900517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SCREENSHOTS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290633E-B960-E127-9EB7-7FC5C638B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12632" y="2605548"/>
            <a:ext cx="2918204" cy="2335163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lnSpc>
                <a:spcPct val="170000"/>
              </a:lnSpc>
              <a:buAutoNum type="arabicPeriod" startAt="6"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 marL="342900" indent="-342900">
              <a:lnSpc>
                <a:spcPct val="170000"/>
              </a:lnSpc>
              <a:buAutoNum type="arabicPeriod" startAt="6"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</a:t>
            </a:r>
          </a:p>
          <a:p>
            <a:pPr marL="342900" indent="-342900">
              <a:lnSpc>
                <a:spcPct val="170000"/>
              </a:lnSpc>
              <a:buAutoNum type="arabicPeriod" startAt="6"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AutoNum type="arabicPeriod" startAt="6"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</a:t>
            </a:r>
          </a:p>
          <a:p>
            <a:pPr marL="342900" indent="-342900">
              <a:lnSpc>
                <a:spcPct val="170000"/>
              </a:lnSpc>
              <a:buAutoNum type="arabicPeriod" startAt="6"/>
            </a:pPr>
            <a:endParaRPr lang="en-US" sz="2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70000"/>
              </a:lnSpc>
              <a:buAutoNum type="arabicPeriod" startAt="7"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86" y="2133600"/>
            <a:ext cx="8967019" cy="4296697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9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system h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elps to track and improve student performance easily.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9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9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enter marks for each subject. </a:t>
            </a:r>
            <a:r>
              <a:rPr lang="en-US" altLang="en-US" sz="19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system calculates performance level as Distinction, Medium, Low.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9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students with low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9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subject-wise video links to help students improve in weak areas.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C881DB-8797-557A-4B93-02F6C417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7420"/>
            <a:ext cx="5259554" cy="789438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950767"/>
            <a:ext cx="7965461" cy="994164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mark entry for multiple subjects.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Auto-calculates performance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US" altLang="en-US" sz="19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subjects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low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subject-specific YouTube video links for improvement.</a:t>
            </a: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5695739-6755-7C3A-FC04-67BAAA342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56" y="4377229"/>
            <a:ext cx="4149213" cy="211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964" y="737420"/>
            <a:ext cx="7043617" cy="804794"/>
          </a:xfrm>
        </p:spPr>
        <p:txBody>
          <a:bodyPr/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084440"/>
            <a:ext cx="7043618" cy="395754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 : Spyder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 : Python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: SQLite </a:t>
            </a:r>
            <a:endParaRPr lang="en-IN" sz="1900" b="1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8F68-6D3D-3B66-9C5D-C4A1B755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-88148"/>
            <a:ext cx="7965461" cy="792908"/>
          </a:xfrm>
        </p:spPr>
        <p:txBody>
          <a:bodyPr/>
          <a:lstStyle/>
          <a:p>
            <a:r>
              <a:rPr lang="en-US" dirty="0"/>
              <a:t>USE CASE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D833E7-B430-372F-0738-3D30F65BB3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3" b="4433"/>
          <a:stretch/>
        </p:blipFill>
        <p:spPr>
          <a:xfrm>
            <a:off x="3075709" y="997527"/>
            <a:ext cx="7315200" cy="575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4804-7C35-FA0C-3302-94BC0F75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0881"/>
            <a:ext cx="4225127" cy="1012785"/>
          </a:xfrm>
        </p:spPr>
        <p:txBody>
          <a:bodyPr/>
          <a:lstStyle/>
          <a:p>
            <a:r>
              <a:rPr lang="en-US" dirty="0"/>
              <a:t>SCREENSHOTS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6002AC5-6E93-B322-E358-8023C16F37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2189017" y="1828800"/>
            <a:ext cx="7813965" cy="4367959"/>
          </a:xfrm>
        </p:spPr>
      </p:pic>
    </p:spTree>
    <p:extLst>
      <p:ext uri="{BB962C8B-B14F-4D97-AF65-F5344CB8AC3E}">
        <p14:creationId xmlns:p14="http://schemas.microsoft.com/office/powerpoint/2010/main" val="268849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56F6283-9F7E-34A6-4314-00FD2E7D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35" y="1127760"/>
            <a:ext cx="5711532" cy="46024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7DB297-CD6A-DD62-2C80-CD704986B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520" y="1127760"/>
            <a:ext cx="5739245" cy="460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B9880F-C26D-849E-517B-25B5268D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3" y="1355046"/>
            <a:ext cx="5736718" cy="4147908"/>
          </a:xfrm>
          <a:prstGeom prst="rect">
            <a:avLst/>
          </a:prstGeom>
        </p:spPr>
      </p:pic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2BAD3BA6-E663-AFF0-A2DE-12BCDCB88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79" y="1282224"/>
            <a:ext cx="5939920" cy="39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3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16C6C4-AD20-3235-2E70-9061F69AE8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09622" y="1198880"/>
            <a:ext cx="7386950" cy="3910965"/>
          </a:xfrm>
        </p:spPr>
      </p:pic>
    </p:spTree>
    <p:extLst>
      <p:ext uri="{BB962C8B-B14F-4D97-AF65-F5344CB8AC3E}">
        <p14:creationId xmlns:p14="http://schemas.microsoft.com/office/powerpoint/2010/main" val="177509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955807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6105832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Clear Performance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Easy Data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Personalized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869849"/>
          </a:xfrm>
        </p:spPr>
        <p:txBody>
          <a:bodyPr/>
          <a:lstStyle/>
          <a:p>
            <a:r>
              <a:rPr lang="en-US" dirty="0"/>
              <a:t>DISADVANTAGES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79407"/>
            <a:ext cx="6903076" cy="367420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accent1">
                    <a:lumMod val="50000"/>
                  </a:schemeClr>
                </a:solidFill>
                <a:effectLst/>
                <a:ea typeface="Times New Roman" panose="02020603050405020304" pitchFamily="18" charset="0"/>
              </a:rPr>
              <a:t>Limited Accessibility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accent1">
                    <a:lumMod val="50000"/>
                  </a:schemeClr>
                </a:solidFill>
                <a:effectLst/>
                <a:ea typeface="Times New Roman" panose="02020603050405020304" pitchFamily="18" charset="0"/>
              </a:rPr>
              <a:t>Relies on Accurate Data</a:t>
            </a:r>
            <a:endParaRPr lang="en-IN" sz="1900" b="1" dirty="0">
              <a:solidFill>
                <a:schemeClr val="accent1">
                  <a:lumMod val="50000"/>
                </a:schemeClr>
              </a:solidFill>
              <a:ea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chemeClr val="accent1">
                    <a:lumMod val="50000"/>
                  </a:schemeClr>
                </a:solidFill>
                <a:effectLst/>
                <a:ea typeface="Times New Roman" panose="02020603050405020304" pitchFamily="18" charset="0"/>
              </a:rPr>
              <a:t>Limited Collaboration</a:t>
            </a:r>
            <a:endParaRPr lang="en-IN" sz="1900" b="1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FBBCEC08-6932-699E-ED54-C1582D475DC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0723" r="207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24BA9B-9EDD-0E54-48A1-2B72443D1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4522" y="2497394"/>
            <a:ext cx="7517801" cy="3634872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graphical performance reports for better insights.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student login to track personal progress.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AI to give personalized learning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28C2AB-AAB6-53DB-9CA4-104624EA7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548835"/>
            <a:ext cx="8960120" cy="3497698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Performance System makes it easy to track and improve student results.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saves time for teachers and gives students the help they need.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step forward in making education smarter and more effective.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514</TotalTime>
  <Words>195</Words>
  <Application>Microsoft Office PowerPoint</Application>
  <PresentationFormat>Widescreen</PresentationFormat>
  <Paragraphs>60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Sabon Next LT</vt:lpstr>
      <vt:lpstr>Times New Roman</vt:lpstr>
      <vt:lpstr>Custom</vt:lpstr>
      <vt:lpstr>STUDENT PERFORMANCE  SYSTEM</vt:lpstr>
      <vt:lpstr>Table of contents</vt:lpstr>
      <vt:lpstr>INTRODUCTION</vt:lpstr>
      <vt:lpstr>FEATURES</vt:lpstr>
      <vt:lpstr>TECHNOLOGY USED</vt:lpstr>
      <vt:lpstr>USE CASE</vt:lpstr>
      <vt:lpstr>SCREENSHOTS</vt:lpstr>
      <vt:lpstr>PowerPoint Presentation</vt:lpstr>
      <vt:lpstr>PowerPoint Presentation</vt:lpstr>
      <vt:lpstr>PowerPoint Presentation</vt:lpstr>
      <vt:lpstr>ADVANTAGES</vt:lpstr>
      <vt:lpstr>DISADVANTAGES 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Vedika Yadav</dc:creator>
  <cp:lastModifiedBy>Vedika Yadav</cp:lastModifiedBy>
  <cp:revision>15</cp:revision>
  <dcterms:created xsi:type="dcterms:W3CDTF">2024-10-15T08:14:52Z</dcterms:created>
  <dcterms:modified xsi:type="dcterms:W3CDTF">2025-11-15T11:22:04Z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